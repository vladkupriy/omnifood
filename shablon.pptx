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14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72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34326" y="363831"/>
            <a:ext cx="8275348" cy="87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sz="1549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УТП: (ваш текст)</a:t>
            </a:r>
            <a:r>
              <a:rPr lang="en-US" sz="1549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 </a:t>
            </a:r>
            <a:endParaRPr lang="ru-RU" sz="1549" b="1" i="1" u="sng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1549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 данные</a:t>
            </a:r>
            <a:r>
              <a:rPr lang="en-US" sz="1549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49" u="sng" dirty="0"/>
          </a:p>
        </p:txBody>
      </p:sp>
      <p:sp>
        <p:nvSpPr>
          <p:cNvPr id="4" name="Text 1"/>
          <p:cNvSpPr txBox="1"/>
          <p:nvPr/>
        </p:nvSpPr>
        <p:spPr>
          <a:xfrm>
            <a:off x="480525" y="2046219"/>
            <a:ext cx="7571458" cy="22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200" b="1" i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</a:t>
            </a:r>
            <a:r>
              <a:rPr lang="ru-RU" sz="3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: (ваш предмет)</a:t>
            </a:r>
            <a:endParaRPr lang="ru-RU" sz="3200" b="1" i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3200" b="1" i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lang="en-US" sz="3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3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(ваш магазин)</a:t>
            </a: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Современное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(ваш магазин) для ***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100" y="684430"/>
            <a:ext cx="3992100" cy="38868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2658" y="522617"/>
            <a:ext cx="3896400" cy="131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 </a:t>
            </a:r>
            <a:r>
              <a:rPr lang="en-US" sz="1900" b="1" i="1" u="sng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позиции</a:t>
            </a:r>
            <a:r>
              <a:rPr lang="ru-RU" sz="19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магазина</a:t>
            </a:r>
            <a:r>
              <a:rPr lang="en-US" sz="19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9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(ваш магазин)</a:t>
            </a:r>
            <a:r>
              <a:rPr lang="en-US" sz="19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u="sng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9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u="sng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рынке</a:t>
            </a:r>
            <a:r>
              <a:rPr lang="en-US" sz="19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900" u="sng" dirty="0"/>
          </a:p>
        </p:txBody>
      </p:sp>
      <p:sp>
        <p:nvSpPr>
          <p:cNvPr id="6" name="Text 1"/>
          <p:cNvSpPr txBox="1"/>
          <p:nvPr/>
        </p:nvSpPr>
        <p:spPr>
          <a:xfrm>
            <a:off x="555413" y="2453325"/>
            <a:ext cx="3738880" cy="2204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ru-RU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(описание магазина)  </a:t>
            </a:r>
          </a:p>
          <a:p>
            <a:pPr algn="ctr">
              <a:lnSpc>
                <a:spcPct val="115000"/>
              </a:lnSpc>
            </a:pPr>
            <a:r>
              <a:rPr lang="ru-RU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деятельности - ***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ru-RU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(описание магазина)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649552-D05C-4AA2-AA52-43321036F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100" y="684430"/>
            <a:ext cx="3992075" cy="3886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 txBox="1"/>
          <p:nvPr/>
        </p:nvSpPr>
        <p:spPr>
          <a:xfrm>
            <a:off x="519351" y="634450"/>
            <a:ext cx="3896400" cy="8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8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Ассортимент </a:t>
            </a:r>
            <a:endParaRPr lang="en-US" sz="2800" i="1" u="sng" dirty="0"/>
          </a:p>
        </p:txBody>
      </p:sp>
      <p:sp>
        <p:nvSpPr>
          <p:cNvPr id="6" name="Text 1"/>
          <p:cNvSpPr txBox="1"/>
          <p:nvPr/>
        </p:nvSpPr>
        <p:spPr>
          <a:xfrm>
            <a:off x="853793" y="1070368"/>
            <a:ext cx="3490800" cy="198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b="1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(описание ассортимента).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74505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75" y="1510607"/>
            <a:ext cx="2272200" cy="148003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875" y="1510607"/>
            <a:ext cx="2272200" cy="148003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475" y="1510607"/>
            <a:ext cx="2272200" cy="148003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1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2"/>
          <p:cNvSpPr txBox="1"/>
          <p:nvPr/>
        </p:nvSpPr>
        <p:spPr>
          <a:xfrm>
            <a:off x="584600" y="3632625"/>
            <a:ext cx="2163900" cy="7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(описание)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3"/>
          <p:cNvSpPr txBox="1"/>
          <p:nvPr/>
        </p:nvSpPr>
        <p:spPr>
          <a:xfrm>
            <a:off x="487680" y="3093275"/>
            <a:ext cx="2420622" cy="4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3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Практические преимущества</a:t>
            </a:r>
            <a:endParaRPr lang="en-US" sz="137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/>
          <p:cNvSpPr txBox="1"/>
          <p:nvPr/>
        </p:nvSpPr>
        <p:spPr>
          <a:xfrm>
            <a:off x="3441875" y="3547781"/>
            <a:ext cx="2163900" cy="7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(описание)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/>
          <p:cNvSpPr txBox="1"/>
          <p:nvPr/>
        </p:nvSpPr>
        <p:spPr>
          <a:xfrm>
            <a:off x="3492901" y="3145781"/>
            <a:ext cx="2272200" cy="4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12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Технологические преимущества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/>
          <p:cNvSpPr txBox="1"/>
          <p:nvPr/>
        </p:nvSpPr>
        <p:spPr>
          <a:xfrm>
            <a:off x="6372600" y="3512634"/>
            <a:ext cx="2163900" cy="7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(описание)</a:t>
            </a: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
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/>
          <p:cNvSpPr txBox="1"/>
          <p:nvPr/>
        </p:nvSpPr>
        <p:spPr>
          <a:xfrm>
            <a:off x="6395500" y="3110634"/>
            <a:ext cx="2323224" cy="4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1243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Экономические преимущества</a:t>
            </a:r>
            <a:endParaRPr lang="en-US" sz="12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8"/>
          <p:cNvSpPr txBox="1"/>
          <p:nvPr/>
        </p:nvSpPr>
        <p:spPr>
          <a:xfrm>
            <a:off x="628050" y="211800"/>
            <a:ext cx="7887900" cy="79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i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Особенности и </a:t>
            </a:r>
            <a:r>
              <a:rPr lang="en-US" sz="2000" b="1" i="1" u="sng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преимущества</a:t>
            </a:r>
            <a:r>
              <a:rPr lang="en-US" sz="2000" b="1" i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000" b="1" i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(ваш товар)</a:t>
            </a:r>
            <a:r>
              <a:rPr lang="en-US" sz="3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3144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A9BF1D8-8067-442A-935B-1A3BCC6F03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599" y="1578761"/>
            <a:ext cx="2158597" cy="141188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76BB4B0-91E9-464B-9F5A-ED0700D0A6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4571" y="1578761"/>
            <a:ext cx="2158171" cy="141439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32954A0-C3F6-470D-92B9-9B73D420EB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3079" y="1578761"/>
            <a:ext cx="2158171" cy="1414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5806" y="-217939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974850" y="623201"/>
            <a:ext cx="5930100" cy="5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26" b="1" i="1" u="sng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</a:t>
            </a:r>
            <a:r>
              <a:rPr lang="en-US" sz="2026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026" b="1" i="1" u="sng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</a:t>
            </a:r>
            <a:r>
              <a:rPr lang="ru-RU" sz="2026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(вашего товара)</a:t>
            </a:r>
            <a:endParaRPr lang="en-US" sz="2026" dirty="0"/>
          </a:p>
        </p:txBody>
      </p:sp>
      <p:sp>
        <p:nvSpPr>
          <p:cNvPr id="7" name="Text 1"/>
          <p:cNvSpPr txBox="1"/>
          <p:nvPr/>
        </p:nvSpPr>
        <p:spPr>
          <a:xfrm>
            <a:off x="934950" y="1769911"/>
            <a:ext cx="2702100" cy="84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(описание товара)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934950" y="2824443"/>
            <a:ext cx="2702100" cy="84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(описание товара)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231265"/>
              </p:ext>
            </p:extLst>
          </p:nvPr>
        </p:nvGraphicFramePr>
        <p:xfrm>
          <a:off x="4572000" y="1753965"/>
          <a:ext cx="3315524" cy="1940179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657762">
                  <a:extLst>
                    <a:ext uri="{9D8B030D-6E8A-4147-A177-3AD203B41FA5}">
                      <a16:colId xmlns:a16="http://schemas.microsoft.com/office/drawing/2014/main" val="2749254891"/>
                    </a:ext>
                  </a:extLst>
                </a:gridCol>
                <a:gridCol w="1657762">
                  <a:extLst>
                    <a:ext uri="{9D8B030D-6E8A-4147-A177-3AD203B41FA5}">
                      <a16:colId xmlns:a16="http://schemas.microsoft.com/office/drawing/2014/main" val="2970033740"/>
                    </a:ext>
                  </a:extLst>
                </a:gridCol>
              </a:tblGrid>
              <a:tr h="32557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Ассортимент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304866"/>
                  </a:ext>
                </a:extLst>
              </a:tr>
              <a:tr h="325578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9370194"/>
                  </a:ext>
                </a:extLst>
              </a:tr>
              <a:tr h="325578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611207"/>
                  </a:ext>
                </a:extLst>
              </a:tr>
              <a:tr h="325578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433356"/>
                  </a:ext>
                </a:extLst>
              </a:tr>
              <a:tr h="325578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486872"/>
                  </a:ext>
                </a:extLst>
              </a:tr>
              <a:tr h="312289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199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679" y="-15625"/>
            <a:ext cx="4151742" cy="5172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20700" y="386118"/>
            <a:ext cx="3951300" cy="8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9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(ваш товар): функционал</a:t>
            </a:r>
            <a:endParaRPr lang="en-US" sz="1900" dirty="0"/>
          </a:p>
        </p:txBody>
      </p:sp>
      <p:sp>
        <p:nvSpPr>
          <p:cNvPr id="6" name="Text 1"/>
          <p:cNvSpPr txBox="1"/>
          <p:nvPr/>
        </p:nvSpPr>
        <p:spPr>
          <a:xfrm>
            <a:off x="749975" y="1893475"/>
            <a:ext cx="3692700" cy="100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(описание товара)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749975" y="3744950"/>
            <a:ext cx="3692700" cy="100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(описание товара)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1C8E72-0540-4674-8C87-E6FF2A4CA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679" y="-15625"/>
            <a:ext cx="4151742" cy="5159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90" y="593900"/>
            <a:ext cx="3664521" cy="4000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756573" y="1445150"/>
            <a:ext cx="3524400" cy="114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(заголовок)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11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(описание товара)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4763475" y="3092497"/>
            <a:ext cx="3524400" cy="114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(заголовок)</a:t>
            </a: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10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(описание товара)</a:t>
            </a:r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
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608225" y="186000"/>
            <a:ext cx="3834900" cy="8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212" b="1" dirty="0">
                <a:solidFill>
                  <a:srgbClr val="0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(ваш товар)</a:t>
            </a:r>
            <a:endParaRPr lang="en-US" sz="2212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BD8CA78-68D1-481F-B47E-1DF0DC4D5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90" y="593900"/>
            <a:ext cx="3631908" cy="3955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289291"/>
            <a:ext cx="3274800" cy="242731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1289568"/>
            <a:ext cx="3274800" cy="23505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28050" y="211800"/>
            <a:ext cx="7887900" cy="73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881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(заголовок: ваш товар)</a:t>
            </a:r>
            <a:r>
              <a:rPr lang="en-US" sz="2881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881" u="sng" dirty="0"/>
          </a:p>
        </p:txBody>
      </p:sp>
      <p:sp>
        <p:nvSpPr>
          <p:cNvPr id="8" name="Text 1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2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3"/>
          <p:cNvSpPr txBox="1"/>
          <p:nvPr/>
        </p:nvSpPr>
        <p:spPr>
          <a:xfrm>
            <a:off x="4972050" y="3977757"/>
            <a:ext cx="3274800" cy="39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(описание товара)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4972050" y="3716609"/>
            <a:ext cx="3274800" cy="20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(заголовок)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/>
          <p:cNvSpPr txBox="1"/>
          <p:nvPr/>
        </p:nvSpPr>
        <p:spPr>
          <a:xfrm>
            <a:off x="942975" y="4106822"/>
            <a:ext cx="3274800" cy="39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991" dirty="0"/>
          </a:p>
        </p:txBody>
      </p:sp>
      <p:sp>
        <p:nvSpPr>
          <p:cNvPr id="13" name="Text 6"/>
          <p:cNvSpPr txBox="1"/>
          <p:nvPr/>
        </p:nvSpPr>
        <p:spPr>
          <a:xfrm>
            <a:off x="942974" y="3722603"/>
            <a:ext cx="3274800" cy="20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(заголовок)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ru-RU" sz="1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(описание товара)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5C404E3-814C-4B4E-86E8-2C7689D2AC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1317375"/>
            <a:ext cx="3274800" cy="23505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C0167E3-92B4-4C7D-8143-62371A283B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3014" y="1302901"/>
            <a:ext cx="3273836" cy="2353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09892" y="1175884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355103" y="284733"/>
            <a:ext cx="5930100" cy="8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Сопутствующий ассортимент: состав и цена</a:t>
            </a:r>
            <a:r>
              <a:rPr 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
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5650475" y="1695850"/>
            <a:ext cx="2631000" cy="84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5356461" y="2416522"/>
            <a:ext cx="2794990" cy="1592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Дополнительные элементы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дополняют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функциональность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и удобство работы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
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71540"/>
              </p:ext>
            </p:extLst>
          </p:nvPr>
        </p:nvGraphicFramePr>
        <p:xfrm>
          <a:off x="652479" y="1679340"/>
          <a:ext cx="3856392" cy="218879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891381">
                  <a:extLst>
                    <a:ext uri="{9D8B030D-6E8A-4147-A177-3AD203B41FA5}">
                      <a16:colId xmlns:a16="http://schemas.microsoft.com/office/drawing/2014/main" val="3633544450"/>
                    </a:ext>
                  </a:extLst>
                </a:gridCol>
                <a:gridCol w="1965011">
                  <a:extLst>
                    <a:ext uri="{9D8B030D-6E8A-4147-A177-3AD203B41FA5}">
                      <a16:colId xmlns:a16="http://schemas.microsoft.com/office/drawing/2014/main" val="347094062"/>
                    </a:ext>
                  </a:extLst>
                </a:gridCol>
              </a:tblGrid>
              <a:tr h="43915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Аксессуар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337172"/>
                  </a:ext>
                </a:extLst>
              </a:tr>
              <a:tr h="987699"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698295"/>
                  </a:ext>
                </a:extLst>
              </a:tr>
              <a:tr h="761939"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5850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59" y="1551000"/>
            <a:ext cx="3727482" cy="2440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99625" y="244500"/>
            <a:ext cx="5930100" cy="84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Выгоды </a:t>
            </a:r>
            <a:r>
              <a:rPr lang="en-US" sz="2400" b="1" i="1" u="sng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использования</a:t>
            </a:r>
            <a:r>
              <a:rPr lang="en-US" sz="24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4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(ваш товар)</a:t>
            </a:r>
            <a:r>
              <a:rPr lang="en-US" sz="23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340" dirty="0"/>
          </a:p>
        </p:txBody>
      </p:sp>
      <p:sp>
        <p:nvSpPr>
          <p:cNvPr id="7" name="Text 1"/>
          <p:cNvSpPr txBox="1"/>
          <p:nvPr/>
        </p:nvSpPr>
        <p:spPr>
          <a:xfrm>
            <a:off x="5485425" y="1981074"/>
            <a:ext cx="3123000" cy="97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(описание товара)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/>
          <p:cNvSpPr txBox="1"/>
          <p:nvPr/>
        </p:nvSpPr>
        <p:spPr>
          <a:xfrm>
            <a:off x="5485425" y="2880968"/>
            <a:ext cx="3081600" cy="84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(описание выгоды)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5485425" y="4564243"/>
            <a:ext cx="2718300" cy="18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700" dirty="0"/>
          </a:p>
        </p:txBody>
      </p:sp>
      <p:sp>
        <p:nvSpPr>
          <p:cNvPr id="10" name="Text 4"/>
          <p:cNvSpPr txBox="1"/>
          <p:nvPr/>
        </p:nvSpPr>
        <p:spPr>
          <a:xfrm>
            <a:off x="8732175" y="4775825"/>
            <a:ext cx="250500" cy="31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9511" y="-327979"/>
            <a:ext cx="9144000" cy="47322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66674" y="229750"/>
            <a:ext cx="7697141" cy="92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Заключение: </a:t>
            </a:r>
            <a:endParaRPr lang="ru-RU" sz="2400" b="1" i="1" u="sng" dirty="0">
              <a:solidFill>
                <a:srgbClr val="000000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ru-RU" sz="2400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(ваш магазин): (итог).</a:t>
            </a: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900" dirty="0"/>
          </a:p>
        </p:txBody>
      </p:sp>
      <p:sp>
        <p:nvSpPr>
          <p:cNvPr id="6" name="Text 1"/>
          <p:cNvSpPr txBox="1"/>
          <p:nvPr/>
        </p:nvSpPr>
        <p:spPr>
          <a:xfrm>
            <a:off x="2802406" y="1873729"/>
            <a:ext cx="3539188" cy="1281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(ваш товар) от (ваш магазин): продуманное решение для ***, которое ***</a:t>
            </a:r>
          </a:p>
          <a:p>
            <a:pPr algn="ctr"/>
            <a:r>
              <a: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первом заказе — ***.</a:t>
            </a:r>
          </a:p>
          <a:p>
            <a:pPr algn="ctr"/>
            <a:r>
              <a: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всех документов через *** за считанные минуты. </a:t>
            </a:r>
          </a:p>
          <a:p>
            <a:pPr algn="ctr"/>
            <a:r>
              <a:rPr 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(лозунг)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264</Words>
  <Application>Microsoft Office PowerPoint</Application>
  <PresentationFormat>Экран (16:9)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sofakovaleva105@gmail.com</cp:lastModifiedBy>
  <cp:revision>42</cp:revision>
  <dcterms:created xsi:type="dcterms:W3CDTF">2026-04-01T07:45:28Z</dcterms:created>
  <dcterms:modified xsi:type="dcterms:W3CDTF">2026-04-07T22:03:04Z</dcterms:modified>
</cp:coreProperties>
</file>